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  <a:prstTxWarp prst="textArchUp">
              <a:avLst>
                <a:gd name="adj1" fmla="val 20000"/>
              </a:avLst>
            </a:prstTxWarp>
          </a:bodyPr>
          <a:lstStyle/>
          <a:p>
            <a:r>
              <a:rPr sz="3937"/>
              <a:t>这是一个长测试句子这是一个长测试句子这是一个长测试句子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